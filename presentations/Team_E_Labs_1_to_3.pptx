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labs, one continuous argument. Lab 1 finds three defects. Labs 2 and 3 each close one of them. The dataset is the UCI Adult census extract, 32,561 records from the March 1994 Current Population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a public teaching file, so the consumer and decision are our stated operating assumption. The decision is set in 1995, contemporaneous with the data. A 30 year old file cannot support a present day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was a one page data problem statement plus the team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categories map onto the brief exactly: gaps, strange values,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finding that justifies a dimension table later. The string ? means two different things and the file cannot tell them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budget allocated on the uncorrected ranking is allocated on an artifact of the encoding. The Farming-fishing detail is the one to say aloud: it does not move, everything else moves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Deduplication is not safe here. Dropping all 24 risks deleting real people; keeping them risks double counting. Lab 2 makes that decision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 is DuckDB: no server, and the whole warehouse is one file a teammate can rebuild from a clone in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is cleaned before load. A staging table holds every column as raw text, and all cleaning happens on the way out, so the raw value behind any modelled row stays queryable.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result in the deck. No amount of cleaning a flat file produces this distinction; it needs a dimension with a row per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this question. Concede the performance point immediately, then make the argument about representation, not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command: python scripts/ingest.py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Re-running the same file proves nothing on its own: a pipeline that silently discards all input passes that test perfectly. We caught exactly that bug by feeding it a file it had never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education_mapping_mismatch is worth mentioning: dim_education is seeded with the canonical ladder and not inferred from the data, so a file claiming HS-grad at level 12 is rejected instead of quietly widening the dimension.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Ending on the limitation is deliberate. It is the honest position and it is also the strongest one: we know exactly what we cannot do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 next: the same aggregate query three ways, on CSV with pandas, on PostgreSQL, and on DuckDB with Parquet.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D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DSAI 6226 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8288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broken census file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re-runnable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6118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 to 3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4709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Mhina Lukurunge  ·  Samwel Mmari  ·  Asajile Mwakyalabwe  ·  Essa Mohamedali  ·  Paschal Bizulu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AND THE DECISION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is for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554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adult.csv, the Kaggle mirror of the UCI Adult dataset. An extract of the March 1994 US Current Population Survey.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32,561 records, 15 columns.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285232" cy="1874520"/>
          </a:xfrm>
          <a:prstGeom prst="roundRect">
            <a:avLst>
              <a:gd name="adj" fmla="val 29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874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Department of Labor, Employment and Training Administration, dividing a training budget across occupation and education segments in the 1995 funding cycle.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5204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the data has to support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66928" y="39319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occupation and education segments receive funded training places, and how many. Success is measured by participants moving from the low income bracket to the high one within 24 months.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47091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16,005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66928" y="5458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candidates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25 to 54, low income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47091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5E6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49.2%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023360" y="5458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dataset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47091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geography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98080" y="5458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state, county or region field,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split must be by kind of worker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 your dataset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it just enough to see what is broken, and write down three concrete problems.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defects, and what each one costs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20440" cy="3310128"/>
          </a:xfrm>
          <a:prstGeom prst="roundRect">
            <a:avLst>
              <a:gd name="adj" fmla="val 16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664208"/>
            <a:ext cx="384048" cy="384048"/>
          </a:xfrm>
          <a:prstGeom prst="ellipse">
            <a:avLst/>
          </a:prstGeom>
          <a:solidFill>
            <a:srgbClr val="B3453A"/>
          </a:solidFill>
          <a:ln w="12700">
            <a:solidFill>
              <a:srgbClr val="B3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2606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written as the string "?", so isna() reports a completely clean 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" y="3639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4,262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59536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across 2,399 records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371600"/>
            <a:ext cx="3520440" cy="3310128"/>
          </a:xfrm>
          <a:prstGeom prst="roundRect">
            <a:avLst>
              <a:gd name="adj" fmla="val 16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664208"/>
            <a:ext cx="384048" cy="384048"/>
          </a:xfrm>
          <a:prstGeom prst="ellipse">
            <a:avLst/>
          </a:prstGeom>
          <a:solidFill>
            <a:srgbClr val="B3453A"/>
          </a:solidFill>
          <a:ln w="12700">
            <a:solidFill>
              <a:srgbClr val="B34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Strange values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capital.gain uses 99999 as a top-code sentinel, not as an amount of money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3639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records, next real value 41,310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83296" y="1371600"/>
            <a:ext cx="3520440" cy="3310128"/>
          </a:xfrm>
          <a:prstGeom prst="roundRect">
            <a:avLst>
              <a:gd name="adj" fmla="val 165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75904" y="1664208"/>
            <a:ext cx="384048" cy="384048"/>
          </a:xfrm>
          <a:prstGeom prst="ellipse">
            <a:avLst/>
          </a:prstGeom>
          <a:solidFill>
            <a:srgbClr val="B3453A"/>
          </a:solidFill>
          <a:ln w="12700">
            <a:solidFill>
              <a:srgbClr val="B34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212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75904" y="26060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records, and no identifier column to adjudicate them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75904" y="3639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375904" y="4206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rows, no primary key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50749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was re-derived from the CSV, not carried over from an earlier draft. Three claims in the first draft did not survive that check and were corrected.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1, DEFECT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gaps are invisible to every null check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 CLAIMS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  =  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fifteen columns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5559552" cy="1371600"/>
          </a:xfrm>
          <a:prstGeom prst="roundRect">
            <a:avLst>
              <a:gd name="adj" fmla="val 4000"/>
            </a:avLst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ACTUALLY THERE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345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 == "?").sum()  =  4,262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2,399 records, 7.4 per cent of the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0632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pattern is mechanical, not semantic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6928" y="3520440"/>
            <a:ext cx="11027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workclass and occupation are missing on exactly the same 1,836 records, a complete overlap. That is one non-response event copied into two fields, not two independent problems.</a:t>
            </a:r>
            <a:endParaRPr lang="en-US" sz="135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record where only workclass is blank.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4444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" y="51023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exception that sets the cleaning rule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55046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records have occupation "?" but a real workclass of Never-worked. Those people genuinely have no occupation. A blanket replace of "?" with null would destroy a real value.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1, DEFECT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placeholder is being averaged as if it were money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67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hold 99999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41,310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0" y="2167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real value below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4173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58,689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0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gap with nothing in 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01200" y="2167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high income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880360"/>
            <a:ext cx="11027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income distributions decay continuously. They do not jump 58,689 with no observations in between. A run of nines is the standard census convention for a censored value.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118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to the allocation ranking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69080"/>
          <a:ext cx="11027664" cy="914400"/>
        </p:xfrm>
        <a:graphic>
          <a:graphicData uri="http://schemas.openxmlformats.org/drawingml/2006/table">
            <a:tbl>
              <a:tblPr/>
              <a:tblGrid>
                <a:gridCol w="3712464"/>
                <a:gridCol w="2011680"/>
                <a:gridCol w="1463040"/>
                <a:gridCol w="201168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with 99999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excluded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Prof-specialty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Exec-managerial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Farming-fishing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66928" y="576072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of the fourteen occupations change position once the sentinel is removed, and the top two swap. Farming-fishing is the clearest case: it holds no censored records at all, so its mean never moves, yet it still rises three places because the inflated occupations above it fall away.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1, DEFECT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key, so the data cannot be updated, joined or audited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records, in 23 distinct patterns. One appears three times.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76672" cy="2011680"/>
          </a:xfrm>
          <a:prstGeom prst="roundRect">
            <a:avLst>
              <a:gd name="adj" fmla="val 2727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NOTHING TO ADJUDICATE THEM WITH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17,231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share an fnlwgt value with at least one other record, so it cannot serve as a key.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388620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id, no person_id, no record key of any kind. fnlwgt is a Current Population Survey weight, so respondents with similar demographics receive similar weights by design. Collision is its intended behaviour, not a flaw.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70916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" y="49194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the defect that matters most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52852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key, funding cannot be linked to the outcome records that delivery partners report back. The success measure is unmeasurable, no incremental refresh is possible, and a decision spending public money has no auditable lineage.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your dataset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schema in DuckDB. Decide normalised, star, or a deliberate mix, and write down why.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star, with two deliberate departures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017520" y="2194560"/>
            <a:ext cx="1691640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194560"/>
            <a:ext cx="1673352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17520" y="2816352"/>
            <a:ext cx="1691640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2816352"/>
            <a:ext cx="1673352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3438144"/>
            <a:ext cx="1691640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3438144"/>
            <a:ext cx="1673352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4059936"/>
            <a:ext cx="1691640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4059936"/>
            <a:ext cx="1673352" cy="0"/>
          </a:xfrm>
          <a:prstGeom prst="line">
            <a:avLst/>
          </a:prstGeom>
          <a:noFill/>
          <a:ln w="15875">
            <a:solidFill>
              <a:srgbClr val="C3CB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dim_workclass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2587752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5877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dim_education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209544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095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dim_marital_status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831336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313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dim_occupation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25712" y="196596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5712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dim_relationship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25712" y="2587752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5712" y="25877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dim_race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25712" y="3209544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25712" y="320954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dim_sex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25712" y="3831336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C3CB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5712" y="38313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dim_native_country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2148840"/>
            <a:ext cx="2743200" cy="2377440"/>
          </a:xfrm>
          <a:prstGeom prst="roundRect">
            <a:avLst>
              <a:gd name="adj" fmla="val 1923"/>
            </a:avLst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fact_person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09160" y="2715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32,561 rows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3776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person_sk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dimension keys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measures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topcode flags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duplicate_group_id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duplicate_seq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89204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41248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is one dimension, not two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education.num are a strict 1:1 mapping, so they are two attributes of one member. A rollup to 6 groups cuts thin segments from 93 of 201 to 18 of 80.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892040"/>
            <a:ext cx="5376672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92240" y="5074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sentinels load as NULL beside a flag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92240" y="5440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capital.gain 99999, age 90, hours.per.week 99. Averages then exclude the censored records automatically instead of being poisoned by them.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added that cleaning alone could not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writes "?" for two different things. Lab 1 could only report one number for both.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3200400" cy="2103120"/>
          </a:xfrm>
          <a:prstGeom prst="roundRect">
            <a:avLst>
              <a:gd name="adj" fmla="val 2609"/>
            </a:avLst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3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COULD ONLY SAY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1248" y="2514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41248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candidates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77640" y="3063240"/>
            <a:ext cx="777240" cy="0"/>
          </a:xfrm>
          <a:prstGeom prst="line">
            <a:avLst/>
          </a:prstGeom>
          <a:noFill/>
          <a:ln w="19050">
            <a:solidFill>
              <a:srgbClr val="C3CB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2011680"/>
            <a:ext cx="3246120" cy="2103120"/>
          </a:xfrm>
          <a:prstGeom prst="roundRect">
            <a:avLst>
              <a:gd name="adj" fmla="val 2609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66360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ANSWER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166360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519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166360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data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problem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48472" y="2011680"/>
            <a:ext cx="3246120" cy="2103120"/>
          </a:xfrm>
          <a:prstGeom prst="roundRect">
            <a:avLst>
              <a:gd name="adj" fmla="val 2609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22792" y="2240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WORKED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22792" y="25146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622792" y="3383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correctly recorded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about a person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66928" y="438912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dim_occupation reserves surrogate key -1 for Unknown and -2 for Not applicable. Only the 519 are a defect. Reporting them together as 520 overstates the gap.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5257800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" y="54864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become a dimension member, never a NULL foreign key, so a group-by always accounts for all 32,561 records.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one big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11027664" cy="960120"/>
          </a:xfrm>
          <a:prstGeom prst="roundRect">
            <a:avLst>
              <a:gd name="adj" fmla="val 5714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9536" y="15727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starting position: at 32,561 rows one big table would be faster and simpler, and DuckDB would scan it without noticing.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5146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reason to model it anyway has nothing to do with performance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66928" y="3017520"/>
            <a:ext cx="329184" cy="329184"/>
          </a:xfrm>
          <a:prstGeom prst="ellipse">
            <a:avLst/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42416" y="2990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 to put missing versus not applicable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42416" y="34015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magic string "?", which is the defect itself, or write NULL and destroy a real value for the seven Never-worked records.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0488" y="3017520"/>
            <a:ext cx="329184" cy="329184"/>
          </a:xfrm>
          <a:prstGeom prst="ellipse">
            <a:avLst/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65976" y="2990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Nowhere to hold the duplicate decision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65976" y="340156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rows while marking them needs columns describing the record, beside a surrogate key a flat file does not have.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329184" cy="329184"/>
          </a:xfrm>
          <a:prstGeom prst="ellipse">
            <a:avLst/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42416" y="44988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in every one of 32,561 rows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2416" y="49103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and education.num repeat the same pairing endlessly, and nothing stops them drifting apart.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4526280"/>
            <a:ext cx="329184" cy="329184"/>
          </a:xfrm>
          <a:prstGeom prst="ellipse">
            <a:avLst/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65976" y="44988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Rollups get retyped into every query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65976" y="4910328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once in a dimension, education_group applies everywhere. Defined in a flat table, it is rewritten slightly differently each time.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989320"/>
            <a:ext cx="11027664" cy="658368"/>
          </a:xfrm>
          <a:prstGeom prst="roundRect">
            <a:avLst>
              <a:gd name="adj" fmla="val 8333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9536" y="61447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counter-argument that does hold: the staging table is one big table, and it is kept deliberately. It is the raw record, and the star is derived from it.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2514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re-runnable ingester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idempotent, and prove it. Log rows read, loaded and rejected, and why.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twice, and the second run does nothing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4937760" cy="502920"/>
          </a:xfrm>
          <a:prstGeom prst="roundRect">
            <a:avLst>
              <a:gd name="adj" fmla="val 9091"/>
            </a:avLst>
          </a:prstGeom>
          <a:solidFill>
            <a:srgbClr val="24303A"/>
          </a:solidFill>
          <a:ln w="12700">
            <a:solidFill>
              <a:srgbClr val="243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325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scripts/ingest.py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27664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803904"/>
                <a:gridCol w="1600200"/>
                <a:gridCol w="1600200"/>
                <a:gridCol w="164592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adult.csv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32561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4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2E6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36576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fact_person holds 32,561 rows after both runs. That table is the load_run audit table, so the proof outlives the terminal.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6928" y="420624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identity is manufactured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66928" y="461772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has no identifier, so there is nothing to match an incoming row against. record_key is an md5 of all 15 source fields, suffixed with the occurrence number of that content within the file.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5257800"/>
            <a:ext cx="658368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9808" y="5257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0f1eb4dcb00ec0cf9f76e1b0e60cbb95#1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52360" y="52852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suffix is what lets the 24 duplicates survive as #1, #2 and #3 instead of collapsing into one.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Rejects are demonstrated, not assumed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 file nothing is ever rejected, so the reject path would never fire. A nine row fixture trips all eight rules once each.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read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011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01752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20116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0" y="27614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456432" cy="1371600"/>
          </a:xfrm>
          <a:prstGeom prst="roundRect">
            <a:avLst>
              <a:gd name="adj" fmla="val 4000"/>
            </a:avLst>
          </a:prstGeom>
          <a:solidFill>
            <a:srgbClr val="F1F3F5"/>
          </a:solidFill>
          <a:ln w="12700">
            <a:solidFill>
              <a:srgbClr val="F1F3F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go to a load_reject table with a reason and an example, so a bad row is queryable after the run.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rules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66928" y="402336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4023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age_not_an_integer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55848" y="402336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4023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age_out_of_range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402336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4023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fnlwgt_not_a_positive_integer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33688" y="402336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3416" y="40233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hours_per_week_out_of_range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57200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4572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capital_value_invalid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457200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65576" y="4572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income_not_recognised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457200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4572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sex_not_recognised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933688" y="4572000"/>
            <a:ext cx="2606040" cy="420624"/>
          </a:xfrm>
          <a:prstGeom prst="roundRect">
            <a:avLst>
              <a:gd name="adj" fmla="val 10870"/>
            </a:avLst>
          </a:prstGeom>
          <a:solidFill>
            <a:srgbClr val="F1F3F5"/>
          </a:solidFill>
          <a:ln w="12700">
            <a:solidFill>
              <a:srgbClr val="E8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43416" y="457200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0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education_mapping_mismatch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5257800"/>
            <a:ext cx="11027664" cy="1005840"/>
          </a:xfrm>
          <a:prstGeom prst="roundRect">
            <a:avLst>
              <a:gd name="adj" fmla="val 5455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9536" y="542239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reject rows that are malformed, not rows that are merely odd.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" y="57424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2,399 records carrying "?" and the three records contradicting themselves on sex and relationship are real observations and load normally.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6304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E6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 TO 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411480"/>
            <a:ext cx="11027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4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closed, and what is not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27632"/>
            <a:ext cx="384048" cy="384048"/>
          </a:xfrm>
          <a:prstGeom prst="ellipse">
            <a:avLst/>
          </a:prstGeom>
          <a:solidFill>
            <a:srgbClr val="2E6F5E"/>
          </a:solidFill>
          <a:ln w="12700">
            <a:solidFill>
              <a:srgbClr val="2E6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primary key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35608" y="18562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record_key manufactures identity from content, so incremental loading is possible and re-running is safe.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23160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679192"/>
            <a:ext cx="384048" cy="384048"/>
          </a:xfrm>
          <a:prstGeom prst="ellipse">
            <a:avLst/>
          </a:prstGeom>
          <a:solidFill>
            <a:srgbClr val="2E6F5E"/>
          </a:solidFill>
          <a:ln w="12700">
            <a:solidFill>
              <a:srgbClr val="2E6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incremental refresh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35608" y="290779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said every load must be full replace. It no longer must be.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474720"/>
            <a:ext cx="11027664" cy="914400"/>
          </a:xfrm>
          <a:prstGeom prst="roundRect">
            <a:avLst>
              <a:gd name="adj" fmla="val 6000"/>
            </a:avLst>
          </a:prstGeom>
          <a:solidFill>
            <a:srgbClr val="EAF0ED"/>
          </a:solidFill>
          <a:ln w="12700">
            <a:solidFill>
              <a:srgbClr val="EAF0ED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3730752"/>
            <a:ext cx="384048" cy="384048"/>
          </a:xfrm>
          <a:prstGeom prst="ellipse">
            <a:avLst/>
          </a:prstGeom>
          <a:solidFill>
            <a:srgbClr val="2E6F5E"/>
          </a:solidFill>
          <a:ln w="12700">
            <a:solidFill>
              <a:srgbClr val="2E6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730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3611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F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auditable lineage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35608" y="395935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 row carries its run, file and line. Every run records the file sha256.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663440"/>
            <a:ext cx="11027664" cy="1325880"/>
          </a:xfrm>
          <a:prstGeom prst="roundRect">
            <a:avLst>
              <a:gd name="adj" fmla="val 4138"/>
            </a:avLst>
          </a:prstGeom>
          <a:solidFill>
            <a:srgbClr val="F6E9E7"/>
          </a:solidFill>
          <a:ln w="12700">
            <a:solidFill>
              <a:srgbClr val="F6E9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E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" y="48463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fix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" y="5193792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genuinely different people who match on all 15 attributes are still indistinguishable. The ingester inherits that ambiguity from the source and does not pretend to resolve it. A real fix needs a real identifier, which only the data collector can supply.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61722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are retained and marked, not dropped, so the decision is recorded in the data and stays reversible.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051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C3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github.com/zukazudo/dsai6226-data-engineering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5146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313E4A"/>
          </a:solidFill>
          <a:ln w="12700">
            <a:solidFill>
              <a:srgbClr val="313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problem statement,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four appendices of evidence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25146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313E4A"/>
          </a:solidFill>
          <a:ln w="12700">
            <a:solidFill>
              <a:srgbClr val="313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99432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sql/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Staging, the star schema,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load, and the allocation query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83296" y="251460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313E4A"/>
          </a:solidFill>
          <a:ln w="12700">
            <a:solidFill>
              <a:srgbClr val="313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C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57616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scripts/ingest.py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57616" y="34290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ingester, plus a fixture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exercises every reject rule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4709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warehouse from a clean clone in one command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507492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313E4A"/>
          </a:solidFill>
          <a:ln w="12700">
            <a:solidFill>
              <a:srgbClr val="313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scripts/ingest.py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Adult census income: labs 1 to 3</dc:title>
  <dc:subject>PptxGenJS Presentation</dc:subject>
  <dc:creator>Team E</dc:creator>
  <cp:lastModifiedBy>Team E</cp:lastModifiedBy>
  <cp:revision>1</cp:revision>
  <dcterms:created xsi:type="dcterms:W3CDTF">2026-08-23T09:31:00Z</dcterms:created>
  <dcterms:modified xsi:type="dcterms:W3CDTF">2026-08-23T09:31:00Z</dcterms:modified>
</cp:coreProperties>
</file>